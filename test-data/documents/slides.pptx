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AB8A8B-81FA-424A-9C70-EA38227E7E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00D4C20-D6AD-42CE-8214-052896D112C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1080000"/>
            <a:ext cx="8640000" cy="144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zh-C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格式转换工具 测试幻灯片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288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zh-C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第二行内容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· Slide 2 bullet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LibreOffice/26.8.1.1$Windows_X86_64 LibreOffice_project/bf6ef2662401c7d6dce671ab4deb26ee0af3a7c1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/>
</cp:coreProperties>
</file>